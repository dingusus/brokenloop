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06E0-5E94-0BA7-3B31-86388D3B0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013E8-B44B-D939-37E0-1E573A1EF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704EA-A128-7799-9613-C3FC6491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F5B90-92B6-ADDD-4876-ACD1445B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9A07-EB51-5911-1E2B-B7FABC19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94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3EC6-E419-E4FD-E41C-CB1821E8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6873-697C-FCA3-B87B-56285C9F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C91A-DABC-1E28-D5CA-4ACE6EF9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F656-8A15-F7A8-2114-3CA658F9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3C13-F202-75EA-D53B-68584252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41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DF7B-9BFF-C5A6-2202-0DF33884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D44D7-93C3-C9EE-941F-6444049FE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3807-E4EA-34FA-3368-F90545D4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DAE41-112F-B3B8-9FA8-ACE21334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4A4E7-D68C-8D48-3BF6-CC31861B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78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76DD-6E57-B388-8D52-0D3C2B0D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C59E-4CF2-D2D2-275C-E6D49B9F2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949CE-CCBE-F9FF-79A0-FF1851237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AED3F-3A21-4C06-3369-8672E79B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B0C9A-6F7B-CF97-80B7-B810BF57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94185-CFEE-5096-B83C-903C6429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0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B8E53-A738-6F8C-44D9-3CF62666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ED682-3EA6-6C30-E485-7D8EE3C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F04B-4F15-9B5E-9524-A09FCE5C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19E4D-BB00-E29C-1A8F-8DF921610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851B9-DFA8-3F45-01F9-11194DDB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BE63C-1490-0E7F-E600-8786DF92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87B3C-4F1B-BCB3-EEF6-33F84774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80D6C-1D49-75DB-79EE-297E72AA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66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15C4-F3B2-5DAE-3856-AC1E8E34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A13A1-7410-CA1D-3B5F-A077BD13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54300-01EC-F45A-1A11-99E2D1EA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B357D-875F-775B-CA76-B13CD94F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96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88111-BACD-61F8-BEA0-99848A0D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6E6E8-6175-E4D6-A20F-0952F7D0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2B003-5E7A-E99A-4CA6-25AE6BAB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77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F2E2-209F-2058-1507-5FD54BC9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3A767-C5AA-6235-86C3-0EFB00FD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DFC72-2B9A-BBB8-A92A-C55047B77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F1F3D-4EB9-B239-728D-37C94E04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87B19-5782-C76A-F78D-B5695195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1345A-0BFB-8065-7347-F2F04795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1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A595-7918-E29E-5BBF-F4D88D4B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B17D1-B44B-BED1-FEAA-3F404B4CF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0890E-E3B2-C6DF-0B0C-CB499DE70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D6078-FABA-8A45-EC31-4049897D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F9D87-6399-46CC-2C13-A1660FE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E964A-2D26-BDF5-A2B2-AA75B0D2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29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B1B0-2CE3-052E-15CE-525D6888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FCDAA-CCFF-4D73-F726-1173CA51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6A33-27A3-8AEF-248C-74AECDFB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DB930-1172-B495-202F-D3020066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02A5-CF61-96FF-1CA4-38D89901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96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B46A2-5DB9-E2B8-CC31-CEAADCEF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C84E0-3D87-4AC8-0BFD-0C3C30180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E2346-A4AC-D14A-6069-4F00AD71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A030-6AFB-BE60-E4EB-910D23FB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0B6F-806A-3770-0C77-B2E15457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10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9072B-1796-DCA9-3CBF-DDCF0538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69E17-3BEC-74A0-F65F-B317E76C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4F30-4BC4-FBA8-FED3-278A4F73C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ADE3A-3F5F-412E-8C4A-81B0214F67A7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3126-DD66-E356-4581-33D21355A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1911-0A1B-C1C6-1708-606BD7F1C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DA57E-E2DB-44BC-8DF6-FE43AB9CB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91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BE7B-80C4-D6BD-F510-FADAA610C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Broken loop </a:t>
            </a:r>
            <a:br>
              <a:rPr lang="en-GB" dirty="0"/>
            </a:br>
            <a:r>
              <a:rPr lang="en-GB" dirty="0"/>
              <a:t>2.5 platformer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20A1-9B89-6B8C-D1F3-2F49A88BC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Target audience 15-25</a:t>
            </a:r>
          </a:p>
          <a:p>
            <a:r>
              <a:rPr lang="en-GB" dirty="0"/>
              <a:t>“fans” –</a:t>
            </a:r>
            <a:r>
              <a:rPr lang="en-GB" dirty="0" err="1"/>
              <a:t>lovecraftianhorror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Hastur Lovecraft">
            <a:extLst>
              <a:ext uri="{FF2B5EF4-FFF2-40B4-BE49-F238E27FC236}">
                <a16:creationId xmlns:a16="http://schemas.microsoft.com/office/drawing/2014/main" id="{465F8D29-5F5B-0638-F3B1-4978A57FB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86" y="592137"/>
            <a:ext cx="3740727" cy="5143500"/>
          </a:xfrm>
          <a:prstGeom prst="rect">
            <a:avLst/>
          </a:prstGeom>
        </p:spPr>
      </p:pic>
      <p:pic>
        <p:nvPicPr>
          <p:cNvPr id="5" name="Picture 4" descr="H. P. Lovecraft: The Complete Fiction eBook : Lovecraft, H. P.: Amazon ...">
            <a:extLst>
              <a:ext uri="{FF2B5EF4-FFF2-40B4-BE49-F238E27FC236}">
                <a16:creationId xmlns:a16="http://schemas.microsoft.com/office/drawing/2014/main" id="{217FEC2A-895A-58F9-0345-CF48F84D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329" y="263524"/>
            <a:ext cx="3429191" cy="54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8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54F1-3CC8-C1B8-4792-63C64B23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2.5d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43DB-111E-4474-8EA8-1D079D34A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+mj-lt"/>
              </a:rPr>
              <a:t>2.5D, perspective refers to gameplay or movement in a video game environment that is restricted to a two-dimensional plane with little to no access to a third dimension in a space that otherwise </a:t>
            </a:r>
            <a:r>
              <a:rPr lang="en-GB" sz="2400" i="1" dirty="0">
                <a:latin typeface="+mj-lt"/>
              </a:rPr>
              <a:t>appears</a:t>
            </a:r>
            <a:r>
              <a:rPr lang="en-GB" sz="2400" dirty="0">
                <a:latin typeface="+mj-lt"/>
              </a:rPr>
              <a:t> to be three-dimensional and is often simulated and rendered in a 3D digital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170773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4FD8-5EFA-F494-CA8E-8B5ED907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 we might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F615-C41E-3FDC-3066-0D8AD53F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Things change when they die</a:t>
            </a:r>
          </a:p>
          <a:p>
            <a:r>
              <a:rPr lang="en-GB" dirty="0"/>
              <a:t>Puzzles</a:t>
            </a:r>
          </a:p>
          <a:p>
            <a:r>
              <a:rPr lang="en-GB" dirty="0"/>
              <a:t>Collectibles</a:t>
            </a:r>
          </a:p>
          <a:p>
            <a:r>
              <a:rPr lang="en-GB" dirty="0"/>
              <a:t>Dash/wall jump</a:t>
            </a:r>
          </a:p>
          <a:p>
            <a:pPr marL="0" indent="0">
              <a:buNone/>
            </a:pPr>
            <a:r>
              <a:rPr lang="en-GB" sz="3200" dirty="0"/>
              <a:t>Secondary Features</a:t>
            </a:r>
          </a:p>
          <a:p>
            <a:r>
              <a:rPr lang="en-GB" dirty="0"/>
              <a:t>Journal Mechanic</a:t>
            </a:r>
          </a:p>
          <a:p>
            <a:r>
              <a:rPr lang="en-GB" dirty="0"/>
              <a:t>Hallucinations/sanity</a:t>
            </a:r>
          </a:p>
          <a:p>
            <a:r>
              <a:rPr lang="en-GB" dirty="0"/>
              <a:t>Randomisation</a:t>
            </a:r>
          </a:p>
        </p:txBody>
      </p:sp>
    </p:spTree>
    <p:extLst>
      <p:ext uri="{BB962C8B-B14F-4D97-AF65-F5344CB8AC3E}">
        <p14:creationId xmlns:p14="http://schemas.microsoft.com/office/powerpoint/2010/main" val="33942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6A4C-E689-8413-0E78-A50A853D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80C7-E6C1-4CB8-E1F0-606E8805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are creative  - Heavily design element in the group</a:t>
            </a:r>
          </a:p>
          <a:p>
            <a:r>
              <a:rPr lang="en-GB" dirty="0"/>
              <a:t>We all have a general idea for what we’re pursuing</a:t>
            </a:r>
          </a:p>
          <a:p>
            <a:r>
              <a:rPr lang="en-GB" dirty="0"/>
              <a:t>Our ideas are easily scalable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 descr="Idea, thinking outside the box, content development, brainstorming ...">
            <a:extLst>
              <a:ext uri="{FF2B5EF4-FFF2-40B4-BE49-F238E27FC236}">
                <a16:creationId xmlns:a16="http://schemas.microsoft.com/office/drawing/2014/main" id="{CECDE130-4FAB-8466-0ADE-6652746B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665" y="2945765"/>
            <a:ext cx="3366135" cy="33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8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FC962-8273-9E4C-D9DC-BCFA361E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623F8-00AC-C8DC-D278-BC0651B0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 programming-focused members in team</a:t>
            </a:r>
          </a:p>
          <a:p>
            <a:r>
              <a:rPr lang="en-GB" dirty="0"/>
              <a:t>Lack of experience within the genre</a:t>
            </a:r>
          </a:p>
          <a:p>
            <a:r>
              <a:rPr lang="en-GB" dirty="0"/>
              <a:t>Lots of overlap within team, leading to similar roles</a:t>
            </a:r>
          </a:p>
          <a:p>
            <a:endParaRPr lang="en-GB" dirty="0"/>
          </a:p>
        </p:txBody>
      </p:sp>
      <p:pic>
        <p:nvPicPr>
          <p:cNvPr id="4" name="Picture 3" descr="Unsure Facial Expression">
            <a:extLst>
              <a:ext uri="{FF2B5EF4-FFF2-40B4-BE49-F238E27FC236}">
                <a16:creationId xmlns:a16="http://schemas.microsoft.com/office/drawing/2014/main" id="{E3E5646A-89A4-F92D-1983-C7E8AD34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614" y="3355591"/>
            <a:ext cx="6021172" cy="336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6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CC57-3DA9-1DAC-6605-AB59C291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ADD7-BB56-0770-FB66-EB0B2829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of us get to work with a completely new genre</a:t>
            </a:r>
          </a:p>
          <a:p>
            <a:r>
              <a:rPr lang="en-GB" dirty="0"/>
              <a:t>Get to work on new techniques like mocap and foley</a:t>
            </a:r>
          </a:p>
          <a:p>
            <a:r>
              <a:rPr lang="en-GB" dirty="0"/>
              <a:t>Working in an organized collaborative team</a:t>
            </a:r>
          </a:p>
        </p:txBody>
      </p:sp>
      <p:pic>
        <p:nvPicPr>
          <p:cNvPr id="4" name="Picture 3" descr="Team building activities transparent background realistic element ...">
            <a:extLst>
              <a:ext uri="{FF2B5EF4-FFF2-40B4-BE49-F238E27FC236}">
                <a16:creationId xmlns:a16="http://schemas.microsoft.com/office/drawing/2014/main" id="{B12F7168-7699-4387-D55A-D492406D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5" y="3376613"/>
            <a:ext cx="28003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7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6701-5E54-8909-DFC9-FF3DC7D3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9BE9C-36CA-0255-D9FB-6445882D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Lack of organization and bad time management could collapse the project</a:t>
            </a:r>
          </a:p>
          <a:p>
            <a:r>
              <a:rPr lang="en-GB" dirty="0"/>
              <a:t>Possible snowballing of project scope</a:t>
            </a:r>
          </a:p>
          <a:p>
            <a:endParaRPr lang="en-GB" dirty="0"/>
          </a:p>
        </p:txBody>
      </p:sp>
      <p:pic>
        <p:nvPicPr>
          <p:cNvPr id="4" name="Picture 3" descr="horror maniac murderer with knife cartoon character Stock Vector ...">
            <a:extLst>
              <a:ext uri="{FF2B5EF4-FFF2-40B4-BE49-F238E27FC236}">
                <a16:creationId xmlns:a16="http://schemas.microsoft.com/office/drawing/2014/main" id="{A168D3F4-82E2-E590-5EC7-0C37443F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25" y="280035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4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Broken loop  2.5 platformer</vt:lpstr>
      <vt:lpstr>2.5d</vt:lpstr>
      <vt:lpstr>Features we might include</vt:lpstr>
      <vt:lpstr>Strengths </vt:lpstr>
      <vt:lpstr>Weaknesses</vt:lpstr>
      <vt:lpstr>Opportunities</vt:lpstr>
      <vt:lpstr>Threats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Knapper</dc:creator>
  <cp:lastModifiedBy>James Knapper</cp:lastModifiedBy>
  <cp:revision>3</cp:revision>
  <dcterms:created xsi:type="dcterms:W3CDTF">2026-09-22T14:42:11Z</dcterms:created>
  <dcterms:modified xsi:type="dcterms:W3CDTF">2026-09-22T14:58:17Z</dcterms:modified>
</cp:coreProperties>
</file>